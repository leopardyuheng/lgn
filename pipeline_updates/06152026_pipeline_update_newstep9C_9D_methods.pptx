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</a:rPr>
              <a:t>Step 9_C — per-trial directional consensus (single frame)</a:t>
            </a:r>
          </a:p>
        </p:txBody>
      </p:sp>
      <p:pic>
        <p:nvPicPr>
          <p:cNvPr id="3" name="Picture 2" descr="diagram_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713232"/>
            <a:ext cx="11612880" cy="445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237988"/>
            <a:ext cx="11384280" cy="152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Method 1 dF/F:  dF/F(x,y,t) = [F − F_global] / F_global.  For each trial, baseline_dF/F = its own pre-stim mean and σ_pre = its own pre-stim std.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Directional test at every timepoint t:  ACTIVATED if  dF/F − baseline_dF/F &gt; n_std·σ_pre ;  SUPPRESSED if  &lt; −n_std·σ_pre.  The two directions are counted separately.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02020"/>
                </a:solidFill>
              </a:rPr>
              <a:t>•  Consensus at t: a pixel is consensus-active if it is activated in ≥ min_trials trials OR suppressed in ≥ min_trials trials (one direction only). A mixed up/down split (e.g. 15/15) is treated as noise, not consensus.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Stimulation-related region = pixels reaching consensus at any post-stim t. Maps are colored by the net count (activated − suppressed): red = activated, blue = suppressed, green/grey ≈ no consensus.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2020"/>
                </a:solidFill>
              </a:rPr>
              <a:t>Step 9_D — 9_C plus a ±0.1 s activation window (latency-robust)</a:t>
            </a:r>
          </a:p>
        </p:txBody>
      </p:sp>
      <p:pic>
        <p:nvPicPr>
          <p:cNvPr id="3" name="Picture 2" descr="diagram_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713232"/>
            <a:ext cx="11612880" cy="445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237988"/>
            <a:ext cx="11384280" cy="1528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02020"/>
                </a:solidFill>
              </a:rPr>
              <a:t>•  Identical to 9_C, with ONE change to the activation test: at time t a pixel counts as activated/suppressed if it crosses threshold anywhere in the window [t − 0.1 s, t + 0.1 s]  (±1 frame at 10 Hz), not only in the single frame 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Why: individual trials respond with slightly different latencies. The strict single-frame 9_C loses cross-trial agreement when a response lands a frame early or late; the window absorbs that jitter (see right panel: 3/3 vs 1/3).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Implementation: a temporal max-dilation of each trial's activated/suppressed map by ±window_frames before the cross-trial counting.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02020"/>
                </a:solidFill>
              </a:rPr>
              <a:t>•  Effect: recovers more consensus than 9_C at the same n_std (more latency-robust). Everything else — directional consensus, min_trials, rainbow net-count maps, magenta contour, V1 overlay — is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